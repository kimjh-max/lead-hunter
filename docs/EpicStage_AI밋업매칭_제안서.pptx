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밋업 매칭 솔루션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네트워킹, AI가 자동으로 최적 매칭합니다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72554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EpicStage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밋업 담당자의 현실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밋업 매칭 소개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방식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 효과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사례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플랜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" y="448056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 문의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밋업 담당자가 가장 힘든 순간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10058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수작업 매칭의 고통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828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100명의 매칭을 엑셀에 일일이 배정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종일 걸려도 끝이 안 보입니다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560320"/>
            <a:ext cx="64008" cy="10058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651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불만 폭발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6304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사람과 같은 테이블인가요?"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불만은 고스란히 담당자 몫입니다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749040"/>
            <a:ext cx="64008" cy="10058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840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매번 반복되는 비효율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4206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행사마다 같은 수작업의 반복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축적되는 건 노하우가 아닌 피로뿐입니다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도입 전후 비교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방식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수작업 (엑셀)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소요 시간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8시간 이상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정확도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반응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불만 다수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65176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846320" y="1280160"/>
            <a:ext cx="3840480" cy="34747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12064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방식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9224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자동 매칭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12064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소요 시간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9224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 1분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12064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정확도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9224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2064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반응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9224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만족도 98%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밋업 매칭 솔루션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엑셀 파일 하나로,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최적의 네트워킹 매칭을 1분 안에 완성합니다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2468880" cy="201168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9718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프로필 분석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데이터를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분석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66160" y="2743200"/>
            <a:ext cx="2468880" cy="201168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9718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1분 자동 매칭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6616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100명도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1분 내 완료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0" y="2743200"/>
            <a:ext cx="2468880" cy="201168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97180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리포트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0080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결과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시각화 제공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참가자를 AI가 깊이 분석합니다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직무/역할 분석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상호 보완적인 역할을 매칭하여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시너지 있는 네트워킹을 만듭니다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관심 분야 매칭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71500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관심사 기반으로 대화가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자연스럽게 이어지도록 연결합니다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네트워킹 목적 분석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17320" y="3520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투자유치, 채용, 협업 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 일치도를 분석합니다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01752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375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 다양성 보장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715000" y="3520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조직 중복을 자동 방지하여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교류를 유도합니다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100명도 1분 안에 매칭 완료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절감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수작업 대비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1분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33756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완료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100명 기준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217920" y="2377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정확도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다차원 분석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수작업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0" y="3886200"/>
            <a:ext cx="640080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3886200"/>
            <a:ext cx="640080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8시간+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매칭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0" y="4343400"/>
            <a:ext cx="6400800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0" y="4343400"/>
            <a:ext cx="13716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0" y="4297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매칭 결과를 한눈에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호환도 점수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매칭 쌍의 호환도를 수치화하여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객관적인 매칭 근거를 제공합니다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매칭 쌍 하이라이트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71500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잘 맞는 매칭 TOP 5를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 배치 추천으로 활용합니다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참가자별 상세 프로필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17320" y="3520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참가자의 관심사, 직무, 목적을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한눈에 파악할 수 있습니다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01752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375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만족도 분석 리포트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715000" y="3520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행사 후 네트워킹 효과를 분석하고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행사 기획에 활용합니다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이렇게 간단합니다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6888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업로드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명단 엑셀 파일을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 앤 드롭으로 업로드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40280" y="2560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14600" y="13716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2468880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프로필 분석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60604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관심사, 직무, 목적을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다차원으로 분석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480560" y="2560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754880" y="13716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4068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6"/>
          <p:cNvSpPr/>
          <p:nvPr/>
        </p:nvSpPr>
        <p:spPr>
          <a:xfrm>
            <a:off x="54406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468880"/>
            <a:ext cx="685800" cy="6858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4632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 매칭 생성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84632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호환도 기반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매칭 완성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720840" y="2560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995160" y="13716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68096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2"/>
          <p:cNvSpPr/>
          <p:nvPr/>
        </p:nvSpPr>
        <p:spPr>
          <a:xfrm>
            <a:off x="76809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2468880"/>
            <a:ext cx="685800" cy="6858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0866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확인 &amp; 활용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08660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매칭 리포트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좌석 배치표 출력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도입하면 이렇게 달라집니다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14630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480x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절감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작업 8시간 → 1분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14630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54864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08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02920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만족도 향상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네트워킹 만족도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4630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54864" cy="1463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2.5배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재참가율 증가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적절한 매칭 → 재참가 의지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3931920" cy="14630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108960"/>
            <a:ext cx="54864" cy="1463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0292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효율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업무 부담 감소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이런 행사에 활용됩니다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/ 지자체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스타트업-투자자 네트워킹 데이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간담회, 지역 산업 포럼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0644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공기업 / 협회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80644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산학협력 매칭, 기업 간 협력 포럼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회원사 교류회, 기술 매칭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1089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290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대학 / 연구소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3657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연구자 매칭, 멘토-멘티 연결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 교류회, 취업 매칭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31089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290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0644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806440" y="3657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크로스팀 밋업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고객사 네트워킹, 파트너 매칭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실제 활용 시나리오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35661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OO시 스타트업 네트워킹 데이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구성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스타트업 대표/팀장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투자사 심사역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대기업 오픈이노베이션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매칭 결과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상담 연결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 체결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만족도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매칭 덕분에 참가자들의 만족도가 눈에 띄게 높아졌습니다.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행사에서도 반드시 활용할 계획입니다."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OO시 창업지원센터 담당자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유연한 운영 플랜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기본형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1회성 행사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16916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100명 이내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단발성 밋업/네트워킹 행사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29260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463040"/>
            <a:ext cx="64008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정기형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2286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월간/분기 운영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94760" y="2743200"/>
            <a:ext cx="169164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926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밋업 프로그램 운영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이력 누적 및 분석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맞춤형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행사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2743200"/>
            <a:ext cx="16916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926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200명+ 대규모 행사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전용 커스터마이징 대응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상세 가격은 행사 규모에 따라 별도 안내드립니다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EpicStage를 선택해야 할까요?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184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행사 전문 AI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0" y="1417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일반적인 매칭 알고리즘이 아닌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밋업/네트워킹에 특화된 AI 엔진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240280"/>
            <a:ext cx="8229600" cy="73152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4871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도입 가능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114800" y="2286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시스템 구축 없이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파일 하나로 바로 시작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3558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공공기관 레퍼런스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114800" y="3154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정부, 공기업, 지자체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행사 운영 풍부한 경험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2245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 대응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114800" y="4023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행사 규모와 성격에 맞는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유연한 커스터마이징 지원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지금 바로 체험해보세요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밋업, AI가 매칭하면 어떨까요?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2286000"/>
            <a:ext cx="25603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데모 체험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2286000"/>
            <a:ext cx="256032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 상담 신청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291840"/>
            <a:ext cx="6400800" cy="1280160"/>
          </a:xfrm>
          <a:prstGeom prst="rect">
            <a:avLst/>
          </a:prstGeom>
          <a:solidFill>
            <a:srgbClr val="17255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35204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9456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contact@epicstage.co.kr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9319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945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meetup.epicstage.co.kr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5204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9496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02-XXX-XXXX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72554"/>
          </a:solidFill>
          <a:ln/>
        </p:spPr>
      </p:sp>
      <p:sp>
        <p:nvSpPr>
          <p:cNvPr id="17" name="Text 1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EpicStage. All rights reserved.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밋업 매칭 솔루션 제안서</dc:title>
  <dc:subject>PptxGenJS Presentation</dc:subject>
  <dc:creator>EpicStage</dc:creator>
  <cp:lastModifiedBy>EpicStage</cp:lastModifiedBy>
  <cp:revision>1</cp:revision>
  <dcterms:created xsi:type="dcterms:W3CDTF">2026-04-12T04:16:23Z</dcterms:created>
  <dcterms:modified xsi:type="dcterms:W3CDTF">2026-04-12T04:16:23Z</dcterms:modified>
</cp:coreProperties>
</file>